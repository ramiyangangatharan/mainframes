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807" autoAdjust="0"/>
    <p:restoredTop sz="94660"/>
  </p:normalViewPr>
  <p:slideViewPr>
    <p:cSldViewPr snapToGrid="0">
      <p:cViewPr>
        <p:scale>
          <a:sx n="84" d="100"/>
          <a:sy n="84" d="100"/>
        </p:scale>
        <p:origin x="2910" y="-9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F42F9-DAB1-4ED8-BF74-41808D3514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10667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B83FE0-8616-40AA-81BE-D53E1D7FA7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4267"/>
            </a:lvl1pPr>
            <a:lvl2pPr marL="812810" indent="0" algn="ctr">
              <a:buNone/>
              <a:defRPr sz="3556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4BEAC-A87E-47D2-85C5-E5AAC1904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91C9-D526-4143-AC54-793C06EE1745}" type="datetimeFigureOut">
              <a:rPr lang="en-CA" smtClean="0"/>
              <a:t>2023-06-22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25C03-AD13-4CB5-9F31-400B66D85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3F155-8750-4BD2-BCC2-E69C184AC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43892-CD36-4E86-B367-1843A56EDD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9475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86EE3-4D8C-49AB-825D-2855430F3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B109C-5824-4CD7-8600-B8479BC87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74725-CFF0-4BC2-AA50-43A0D134F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91C9-D526-4143-AC54-793C06EE1745}" type="datetimeFigureOut">
              <a:rPr lang="en-CA" smtClean="0"/>
              <a:t>2023-06-22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3E4CD-1A0F-4682-8E1F-D5311BADB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E3A91-BC84-4905-AA67-E33291C71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43892-CD36-4E86-B367-1843A56EDD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5678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59D07-5F3E-433A-AE05-43BAFC738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10667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99846-FC47-46FC-B489-8465AEFBB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5A516-2970-4C62-8F10-CCB3E359D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91C9-D526-4143-AC54-793C06EE1745}" type="datetimeFigureOut">
              <a:rPr lang="en-CA" smtClean="0"/>
              <a:t>2023-06-22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35D2AC-98A6-4CE6-AC9C-5670CEB9B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D4358-7295-4DFF-9CC6-E640DFD92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43892-CD36-4E86-B367-1843A56EDD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8616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2E923-477E-40B9-A818-AB901EB28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14B30-CF75-402D-A225-D33D68929A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B867F4-4F5E-4900-961A-EB367E825E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860D8-8589-4648-B4C8-E92F420E7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91C9-D526-4143-AC54-793C06EE1745}" type="datetimeFigureOut">
              <a:rPr lang="en-CA" smtClean="0"/>
              <a:t>2023-06-22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E2446-269B-4D7C-A4D2-1DEACF451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C792BA-23FF-4919-9C7A-2D2F4463F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43892-CD36-4E86-B367-1843A56EDD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3561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0D809-D37E-4269-B617-F10C80C0E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33235-15DC-4EF0-A9A5-8753DACDE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940139-2B81-414C-80B8-1AAD4F84C9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71B6CA-21B9-4D7B-9539-8BE3C8083C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08E689-7082-4A7A-8226-A3E94FD588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B71A56-FFDE-494D-86DF-2AD97D970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91C9-D526-4143-AC54-793C06EE1745}" type="datetimeFigureOut">
              <a:rPr lang="en-CA" smtClean="0"/>
              <a:t>2023-06-22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53E9C5-BA58-4A55-A852-60630786F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06D31-D275-400A-864C-59F92910A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43892-CD36-4E86-B367-1843A56EDD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5303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C6361-4DFD-44E9-9A82-23D4A8BEC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B35171-6A4E-46E8-B789-B27F9666E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91C9-D526-4143-AC54-793C06EE1745}" type="datetimeFigureOut">
              <a:rPr lang="en-CA" smtClean="0"/>
              <a:t>2023-06-22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D5CC3F-41AE-43AF-BDCC-BB2BC504D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F22393-3D33-48D0-91CE-C1C2263ED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43892-CD36-4E86-B367-1843A56EDD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5814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611AE4-AF26-410F-967B-98AF5025F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91C9-D526-4143-AC54-793C06EE1745}" type="datetimeFigureOut">
              <a:rPr lang="en-CA" smtClean="0"/>
              <a:t>2023-06-22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A585C0-2141-4B0B-A47D-019A1E4FB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A7969-1F54-4693-90E1-1C04E090D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43892-CD36-4E86-B367-1843A56EDD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7681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10A2C-8E31-4474-A532-731E8235C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21A33-6545-477A-85FD-6AE50EB44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7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B8CE61-DC96-48A0-A892-B3C89FEE73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56B7A1-45B9-423D-BA87-668A2FDCC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91C9-D526-4143-AC54-793C06EE1745}" type="datetimeFigureOut">
              <a:rPr lang="en-CA" smtClean="0"/>
              <a:t>2023-06-22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91E1C5-E192-44A2-BC8B-35FACBA73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FAAD10-002A-44E6-AAC9-66FDDED91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43892-CD36-4E86-B367-1843A56EDD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0475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EF141-0D7C-42CA-B742-917F22526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C7ED51-1750-4E30-BA0F-253C978341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9C9D08-8C00-4531-BA5C-BDD382EC2B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A009A2-6CC3-40B8-BE72-7C48513C8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91C9-D526-4143-AC54-793C06EE1745}" type="datetimeFigureOut">
              <a:rPr lang="en-CA" smtClean="0"/>
              <a:t>2023-06-22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282FF-8956-47B5-91CE-E3BDF56F1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9D1B72-B4E0-489D-BF89-127DD720B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43892-CD36-4E86-B367-1843A56EDD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4815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24EF8-D7E9-4322-AE99-5065DBD39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EFEEB6-8983-47E2-BF25-85A415CB4F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8B45B-281D-47E5-9410-1F879B650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91C9-D526-4143-AC54-793C06EE1745}" type="datetimeFigureOut">
              <a:rPr lang="en-CA" smtClean="0"/>
              <a:t>2023-06-22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D7D20-5A0E-4EF7-8707-227B219F6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61809-1800-4DE6-98AB-2EE80D95D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43892-CD36-4E86-B367-1843A56EDD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4254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74C5D4-8010-4434-97C4-FCAA52BAE7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BAF6DC-BB68-4F6E-8BBD-CB5E8F5807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36640-7D10-4263-A071-835D10E4F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91C9-D526-4143-AC54-793C06EE1745}" type="datetimeFigureOut">
              <a:rPr lang="en-CA" smtClean="0"/>
              <a:t>2023-06-22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1C569-1DA3-4A4E-B422-C4306EF06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03B97-350D-480A-B4BE-B871FE5D5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43892-CD36-4E86-B367-1843A56EDD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6449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BF6EA1-BFC0-4DC3-B49B-EE1F0D86C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C5B6C-0886-42B2-BF74-B85E58023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9BE26-390A-4C9A-9573-9806991C9C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491C9-D526-4143-AC54-793C06EE1745}" type="datetimeFigureOut">
              <a:rPr lang="en-CA" smtClean="0"/>
              <a:t>2023-06-22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8F878-00CF-4563-AD51-32C1DCDE09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4725D-B36B-44C7-8273-0DFDD42187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843892-CD36-4E86-B367-1843A56EDD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1243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625620" rtl="0" eaLnBrk="1" latinLnBrk="0" hangingPunct="1">
        <a:lnSpc>
          <a:spcPct val="90000"/>
        </a:lnSpc>
        <a:spcBef>
          <a:spcPct val="0"/>
        </a:spcBef>
        <a:buNone/>
        <a:defRPr sz="782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6405" indent="-406405" algn="l" defTabSz="1625620" rtl="0" eaLnBrk="1" latinLnBrk="0" hangingPunct="1">
        <a:lnSpc>
          <a:spcPct val="90000"/>
        </a:lnSpc>
        <a:spcBef>
          <a:spcPts val="1778"/>
        </a:spcBef>
        <a:buFont typeface="Arial" panose="020B0604020202020204" pitchFamily="34" charset="0"/>
        <a:buChar char="•"/>
        <a:defRPr sz="4978" kern="1200">
          <a:solidFill>
            <a:schemeClr val="tx1"/>
          </a:solidFill>
          <a:latin typeface="+mn-lt"/>
          <a:ea typeface="+mn-ea"/>
          <a:cs typeface="+mn-cs"/>
        </a:defRPr>
      </a:lvl1pPr>
      <a:lvl2pPr marL="1219215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2pPr>
      <a:lvl3pPr marL="2032025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556" kern="1200">
          <a:solidFill>
            <a:schemeClr val="tx1"/>
          </a:solidFill>
          <a:latin typeface="+mn-lt"/>
          <a:ea typeface="+mn-ea"/>
          <a:cs typeface="+mn-cs"/>
        </a:defRPr>
      </a:lvl3pPr>
      <a:lvl4pPr marL="284483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4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47045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528326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609607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90888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2810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620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38430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5124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6405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7686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68967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0248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Stored Data 5">
            <a:extLst>
              <a:ext uri="{FF2B5EF4-FFF2-40B4-BE49-F238E27FC236}">
                <a16:creationId xmlns:a16="http://schemas.microsoft.com/office/drawing/2014/main" id="{6CA1AA51-8890-447A-AAD6-AF6041D7E8C4}"/>
              </a:ext>
            </a:extLst>
          </p:cNvPr>
          <p:cNvSpPr/>
          <p:nvPr/>
        </p:nvSpPr>
        <p:spPr>
          <a:xfrm>
            <a:off x="3144719" y="1952515"/>
            <a:ext cx="1227667" cy="897640"/>
          </a:xfrm>
          <a:prstGeom prst="flowChartOnlineStorag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>
                <a:solidFill>
                  <a:schemeClr val="tx1"/>
                </a:solidFill>
              </a:rPr>
              <a:t>Pos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</a:rPr>
              <a:t>Data 1</a:t>
            </a:r>
          </a:p>
        </p:txBody>
      </p:sp>
      <p:sp>
        <p:nvSpPr>
          <p:cNvPr id="7" name="Flowchart: Stored Data 6">
            <a:extLst>
              <a:ext uri="{FF2B5EF4-FFF2-40B4-BE49-F238E27FC236}">
                <a16:creationId xmlns:a16="http://schemas.microsoft.com/office/drawing/2014/main" id="{18C12D16-087C-4B8E-BC0D-E560702AC242}"/>
              </a:ext>
            </a:extLst>
          </p:cNvPr>
          <p:cNvSpPr/>
          <p:nvPr/>
        </p:nvSpPr>
        <p:spPr>
          <a:xfrm>
            <a:off x="3144719" y="4512561"/>
            <a:ext cx="1227667" cy="897640"/>
          </a:xfrm>
          <a:prstGeom prst="flowChartOnlineStorag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>
                <a:solidFill>
                  <a:schemeClr val="tx1"/>
                </a:solidFill>
              </a:rPr>
              <a:t>Invalid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8" name="Flowchart: Stored Data 7">
            <a:extLst>
              <a:ext uri="{FF2B5EF4-FFF2-40B4-BE49-F238E27FC236}">
                <a16:creationId xmlns:a16="http://schemas.microsoft.com/office/drawing/2014/main" id="{90A7C8DD-5BE0-4349-BEA3-56D557514C84}"/>
              </a:ext>
            </a:extLst>
          </p:cNvPr>
          <p:cNvSpPr/>
          <p:nvPr/>
        </p:nvSpPr>
        <p:spPr>
          <a:xfrm>
            <a:off x="5079999" y="4517324"/>
            <a:ext cx="1227667" cy="897640"/>
          </a:xfrm>
          <a:prstGeom prst="flowChartOnlineStorag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>
                <a:solidFill>
                  <a:schemeClr val="tx1"/>
                </a:solidFill>
              </a:rPr>
              <a:t>Valid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10" name="Flowchart: Stored Data 9">
            <a:extLst>
              <a:ext uri="{FF2B5EF4-FFF2-40B4-BE49-F238E27FC236}">
                <a16:creationId xmlns:a16="http://schemas.microsoft.com/office/drawing/2014/main" id="{4EC87D30-A7A3-4BE9-B753-A81E5B47C381}"/>
              </a:ext>
            </a:extLst>
          </p:cNvPr>
          <p:cNvSpPr/>
          <p:nvPr/>
        </p:nvSpPr>
        <p:spPr>
          <a:xfrm>
            <a:off x="5092070" y="7121485"/>
            <a:ext cx="1227667" cy="897640"/>
          </a:xfrm>
          <a:prstGeom prst="flowChartOnlineStorag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>
                <a:solidFill>
                  <a:schemeClr val="tx1"/>
                </a:solidFill>
              </a:rPr>
              <a:t>Returns 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</a:rPr>
              <a:t>Records</a:t>
            </a:r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DEF158EA-CC26-40F3-8049-FFD4B75D9D4D}"/>
              </a:ext>
            </a:extLst>
          </p:cNvPr>
          <p:cNvSpPr/>
          <p:nvPr/>
        </p:nvSpPr>
        <p:spPr>
          <a:xfrm>
            <a:off x="3187052" y="3256555"/>
            <a:ext cx="1143001" cy="8382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>
                <a:solidFill>
                  <a:schemeClr val="tx1"/>
                </a:solidFill>
              </a:rPr>
              <a:t>Edit</a:t>
            </a:r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985D7E92-443D-4BA6-B9EF-3E79E6F7A0F0}"/>
              </a:ext>
            </a:extLst>
          </p:cNvPr>
          <p:cNvSpPr/>
          <p:nvPr/>
        </p:nvSpPr>
        <p:spPr>
          <a:xfrm>
            <a:off x="5137149" y="5714222"/>
            <a:ext cx="1143001" cy="8382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>
                <a:solidFill>
                  <a:schemeClr val="tx1"/>
                </a:solidFill>
              </a:rPr>
              <a:t>Data Split and Count</a:t>
            </a:r>
          </a:p>
        </p:txBody>
      </p: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id="{37FBDCD8-7DA3-49E7-9C2A-66CDD0B741AF}"/>
              </a:ext>
            </a:extLst>
          </p:cNvPr>
          <p:cNvSpPr/>
          <p:nvPr/>
        </p:nvSpPr>
        <p:spPr>
          <a:xfrm>
            <a:off x="5134403" y="8355582"/>
            <a:ext cx="1143001" cy="8382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>
                <a:solidFill>
                  <a:schemeClr val="tx1"/>
                </a:solidFill>
              </a:rPr>
              <a:t>Returns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</a:rPr>
              <a:t>Processing</a:t>
            </a:r>
          </a:p>
        </p:txBody>
      </p:sp>
      <p:sp>
        <p:nvSpPr>
          <p:cNvPr id="15" name="Flowchart: Document 14">
            <a:extLst>
              <a:ext uri="{FF2B5EF4-FFF2-40B4-BE49-F238E27FC236}">
                <a16:creationId xmlns:a16="http://schemas.microsoft.com/office/drawing/2014/main" id="{5D202650-BE5B-4630-9D3F-DDAF807505E0}"/>
              </a:ext>
            </a:extLst>
          </p:cNvPr>
          <p:cNvSpPr/>
          <p:nvPr/>
        </p:nvSpPr>
        <p:spPr>
          <a:xfrm>
            <a:off x="1302807" y="4546598"/>
            <a:ext cx="1117600" cy="897640"/>
          </a:xfrm>
          <a:prstGeom prst="flowChartDocumen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>
                <a:solidFill>
                  <a:schemeClr val="tx1"/>
                </a:solidFill>
              </a:rPr>
              <a:t>Errors</a:t>
            </a:r>
          </a:p>
        </p:txBody>
      </p:sp>
      <p:sp>
        <p:nvSpPr>
          <p:cNvPr id="16" name="Flowchart: Document 15">
            <a:extLst>
              <a:ext uri="{FF2B5EF4-FFF2-40B4-BE49-F238E27FC236}">
                <a16:creationId xmlns:a16="http://schemas.microsoft.com/office/drawing/2014/main" id="{5F9E0B25-8E38-4897-8F95-99E104858573}"/>
              </a:ext>
            </a:extLst>
          </p:cNvPr>
          <p:cNvSpPr/>
          <p:nvPr/>
        </p:nvSpPr>
        <p:spPr>
          <a:xfrm>
            <a:off x="2036925" y="7121485"/>
            <a:ext cx="1117600" cy="897640"/>
          </a:xfrm>
          <a:prstGeom prst="flowChartDocumen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>
                <a:solidFill>
                  <a:schemeClr val="tx1"/>
                </a:solidFill>
              </a:rPr>
              <a:t>Counts and Control Totals</a:t>
            </a:r>
          </a:p>
        </p:txBody>
      </p:sp>
      <p:sp>
        <p:nvSpPr>
          <p:cNvPr id="18" name="Flowchart: Document 17">
            <a:extLst>
              <a:ext uri="{FF2B5EF4-FFF2-40B4-BE49-F238E27FC236}">
                <a16:creationId xmlns:a16="http://schemas.microsoft.com/office/drawing/2014/main" id="{12A4366C-6304-48C8-A1ED-74B00F059521}"/>
              </a:ext>
            </a:extLst>
          </p:cNvPr>
          <p:cNvSpPr/>
          <p:nvPr/>
        </p:nvSpPr>
        <p:spPr>
          <a:xfrm>
            <a:off x="5147103" y="9499040"/>
            <a:ext cx="1117600" cy="897640"/>
          </a:xfrm>
          <a:prstGeom prst="flowChartDocumen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>
                <a:solidFill>
                  <a:schemeClr val="tx1"/>
                </a:solidFill>
              </a:rPr>
              <a:t>Returns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</a:rPr>
              <a:t>Report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F24933-C23E-4FB1-A68B-4C98EA851FC3}"/>
              </a:ext>
            </a:extLst>
          </p:cNvPr>
          <p:cNvSpPr txBox="1"/>
          <p:nvPr/>
        </p:nvSpPr>
        <p:spPr>
          <a:xfrm flipH="1">
            <a:off x="20959" y="2076456"/>
            <a:ext cx="2852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Systems Flowchart </a:t>
            </a:r>
          </a:p>
        </p:txBody>
      </p:sp>
      <p:sp>
        <p:nvSpPr>
          <p:cNvPr id="20" name="Flowchart: Stored Data 19">
            <a:extLst>
              <a:ext uri="{FF2B5EF4-FFF2-40B4-BE49-F238E27FC236}">
                <a16:creationId xmlns:a16="http://schemas.microsoft.com/office/drawing/2014/main" id="{0EAA76E4-5F56-4B2E-B725-7F8368D5EF51}"/>
              </a:ext>
            </a:extLst>
          </p:cNvPr>
          <p:cNvSpPr/>
          <p:nvPr/>
        </p:nvSpPr>
        <p:spPr>
          <a:xfrm>
            <a:off x="3483006" y="7121485"/>
            <a:ext cx="1491765" cy="897640"/>
          </a:xfrm>
          <a:prstGeom prst="flowChartOnlineStorag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>
                <a:solidFill>
                  <a:schemeClr val="tx1"/>
                </a:solidFill>
              </a:rPr>
              <a:t>SALES &amp; LAYAWAY 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</a:rPr>
              <a:t>Records</a:t>
            </a:r>
          </a:p>
        </p:txBody>
      </p:sp>
      <p:sp>
        <p:nvSpPr>
          <p:cNvPr id="21" name="Flowchart: Process 20">
            <a:extLst>
              <a:ext uri="{FF2B5EF4-FFF2-40B4-BE49-F238E27FC236}">
                <a16:creationId xmlns:a16="http://schemas.microsoft.com/office/drawing/2014/main" id="{044CF8F7-CB92-4C21-B818-D9D3B5095437}"/>
              </a:ext>
            </a:extLst>
          </p:cNvPr>
          <p:cNvSpPr/>
          <p:nvPr/>
        </p:nvSpPr>
        <p:spPr>
          <a:xfrm>
            <a:off x="3483006" y="8348210"/>
            <a:ext cx="1425799" cy="8382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>
                <a:solidFill>
                  <a:schemeClr val="tx1"/>
                </a:solidFill>
              </a:rPr>
              <a:t>SALES &amp; LAYAWAY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</a:rPr>
              <a:t>Processing</a:t>
            </a:r>
          </a:p>
        </p:txBody>
      </p:sp>
      <p:sp>
        <p:nvSpPr>
          <p:cNvPr id="22" name="Flowchart: Document 21">
            <a:extLst>
              <a:ext uri="{FF2B5EF4-FFF2-40B4-BE49-F238E27FC236}">
                <a16:creationId xmlns:a16="http://schemas.microsoft.com/office/drawing/2014/main" id="{307F6528-8A29-487C-866D-93C357008694}"/>
              </a:ext>
            </a:extLst>
          </p:cNvPr>
          <p:cNvSpPr/>
          <p:nvPr/>
        </p:nvSpPr>
        <p:spPr>
          <a:xfrm>
            <a:off x="3483006" y="9483491"/>
            <a:ext cx="1413098" cy="897640"/>
          </a:xfrm>
          <a:prstGeom prst="flowChartDocumen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>
                <a:solidFill>
                  <a:schemeClr val="tx1"/>
                </a:solidFill>
              </a:rPr>
              <a:t>SALES &amp; LAYAWAY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</a:rPr>
              <a:t>Report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86F20DC-E77E-48FA-BF06-226C486616E4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3758553" y="2850155"/>
            <a:ext cx="0" cy="4064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5D8C00E-2A36-44C5-99D2-6282DFBE282B}"/>
              </a:ext>
            </a:extLst>
          </p:cNvPr>
          <p:cNvCxnSpPr>
            <a:cxnSpLocks/>
            <a:stCxn id="11" idx="2"/>
            <a:endCxn id="7" idx="0"/>
          </p:cNvCxnSpPr>
          <p:nvPr/>
        </p:nvCxnSpPr>
        <p:spPr>
          <a:xfrm>
            <a:off x="3758553" y="4094755"/>
            <a:ext cx="0" cy="41780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51BE05E-51BF-4AA4-ADCD-D0B9E8231069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1861607" y="4267200"/>
            <a:ext cx="0" cy="27939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908C1E7-3568-4EA3-A189-7088398E1420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5693833" y="4218623"/>
            <a:ext cx="0" cy="29870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9B14E4F-B2B3-479C-9ACD-5EEE5B3AE71F}"/>
              </a:ext>
            </a:extLst>
          </p:cNvPr>
          <p:cNvCxnSpPr>
            <a:cxnSpLocks/>
          </p:cNvCxnSpPr>
          <p:nvPr/>
        </p:nvCxnSpPr>
        <p:spPr>
          <a:xfrm>
            <a:off x="1833563" y="4247155"/>
            <a:ext cx="388905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CC1045C-9EAF-4D57-9C7B-0629D81F6DA8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>
            <a:off x="5693833" y="5414964"/>
            <a:ext cx="14817" cy="29925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C35110F-5328-40FB-A33B-11AF7419869C}"/>
              </a:ext>
            </a:extLst>
          </p:cNvPr>
          <p:cNvCxnSpPr>
            <a:cxnSpLocks/>
            <a:stCxn id="12" idx="2"/>
            <a:endCxn id="10" idx="0"/>
          </p:cNvCxnSpPr>
          <p:nvPr/>
        </p:nvCxnSpPr>
        <p:spPr>
          <a:xfrm flipH="1">
            <a:off x="5705904" y="6552422"/>
            <a:ext cx="2746" cy="56906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FD66CA6-CF30-49AD-A7CF-0F3A23E73844}"/>
              </a:ext>
            </a:extLst>
          </p:cNvPr>
          <p:cNvCxnSpPr>
            <a:cxnSpLocks/>
          </p:cNvCxnSpPr>
          <p:nvPr/>
        </p:nvCxnSpPr>
        <p:spPr>
          <a:xfrm>
            <a:off x="2601839" y="6804025"/>
            <a:ext cx="0" cy="32194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6914A65-1527-4E7C-9BEC-E17DA386A286}"/>
              </a:ext>
            </a:extLst>
          </p:cNvPr>
          <p:cNvCxnSpPr>
            <a:cxnSpLocks/>
          </p:cNvCxnSpPr>
          <p:nvPr/>
        </p:nvCxnSpPr>
        <p:spPr>
          <a:xfrm>
            <a:off x="4332393" y="6829743"/>
            <a:ext cx="0" cy="29870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63B2197-DA40-4FDA-88BA-05B436F39E54}"/>
              </a:ext>
            </a:extLst>
          </p:cNvPr>
          <p:cNvCxnSpPr>
            <a:cxnSpLocks/>
          </p:cNvCxnSpPr>
          <p:nvPr/>
        </p:nvCxnSpPr>
        <p:spPr>
          <a:xfrm>
            <a:off x="2601839" y="6829743"/>
            <a:ext cx="3120781" cy="2853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EDE12BA-EBE6-4DC5-922C-F0CE3B2D5CE7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 flipH="1">
            <a:off x="4195906" y="8019125"/>
            <a:ext cx="32983" cy="32908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3EA0CD8-F75B-4ECA-88C6-CC3458059978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>
          <a:xfrm>
            <a:off x="5705904" y="8019125"/>
            <a:ext cx="0" cy="33645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89AEE55-772F-4F60-81CE-9B13FF5F3213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 flipH="1">
            <a:off x="4189555" y="9186410"/>
            <a:ext cx="6351" cy="29708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4045C2E-573A-4F58-B95F-8F45869DDA40}"/>
              </a:ext>
            </a:extLst>
          </p:cNvPr>
          <p:cNvCxnSpPr>
            <a:cxnSpLocks/>
            <a:stCxn id="14" idx="2"/>
            <a:endCxn id="18" idx="0"/>
          </p:cNvCxnSpPr>
          <p:nvPr/>
        </p:nvCxnSpPr>
        <p:spPr>
          <a:xfrm flipH="1">
            <a:off x="5705903" y="9193782"/>
            <a:ext cx="1" cy="30525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6636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37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Microsoft Visio 2003-2010 Drawing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Greg</dc:creator>
  <cp:lastModifiedBy>Gregory Oakes</cp:lastModifiedBy>
  <cp:revision>12</cp:revision>
  <dcterms:created xsi:type="dcterms:W3CDTF">2019-11-26T04:45:20Z</dcterms:created>
  <dcterms:modified xsi:type="dcterms:W3CDTF">2023-06-22T15:32:18Z</dcterms:modified>
</cp:coreProperties>
</file>